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Data Ingestion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From SQL Server to ADLS and Back</a:t>
            </a:r>
            <a:r>
              <a:rPr lang="en-IN" dirty="0"/>
              <a:t> To SQL Server As Transformed Data</a:t>
            </a:r>
            <a:endParaRPr dirty="0"/>
          </a:p>
          <a:p>
            <a:r>
              <a:rPr dirty="0"/>
              <a:t>Presented by: </a:t>
            </a:r>
            <a:r>
              <a:rPr lang="en-IN" dirty="0"/>
              <a:t>Shivam Gupta</a:t>
            </a:r>
            <a:endParaRPr dirty="0"/>
          </a:p>
          <a:p>
            <a:r>
              <a:rPr dirty="0"/>
              <a:t>Date:</a:t>
            </a:r>
            <a:r>
              <a:rPr lang="en-IN" dirty="0"/>
              <a:t>04/10/2024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Flow of raw CSV data from SQL Server to ADLS</a:t>
            </a:r>
          </a:p>
          <a:p>
            <a:r>
              <a:rPr dirty="0"/>
              <a:t>Transformation via Databricks</a:t>
            </a:r>
          </a:p>
          <a:p>
            <a:r>
              <a:rPr dirty="0"/>
              <a:t>Conversion to CSV and loading back into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Raw CSV Data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6071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Raw CSV data is extracted from the SQL Server database</a:t>
            </a:r>
            <a:r>
              <a:rPr lang="en-IN" dirty="0"/>
              <a:t>. [Data source: SQL Server- SAMPLE_DB]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Data is prepared for loading into Azure ADLS Gen2</a:t>
            </a:r>
            <a:r>
              <a:rPr lang="en-IN" dirty="0"/>
              <a:t>[Data Staging source: ADLS GEN2-shivamstorage39]</a:t>
            </a:r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64C46-ECC3-5283-6D5A-3F039D354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2789903"/>
            <a:ext cx="7521677" cy="1986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2: Loading into Azure ADLS Gen2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extracted CSV data is loaded into ADLS Gen2 storage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is stored in a designated folder for further processing</a:t>
            </a:r>
          </a:p>
          <a:p>
            <a:r>
              <a:rPr lang="en-US" dirty="0"/>
              <a:t>Benefits: Scalable storage, secure access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E7ACC-317A-6FA8-129D-B82B2B2887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18" b="5220"/>
          <a:stretch/>
        </p:blipFill>
        <p:spPr bwMode="auto">
          <a:xfrm>
            <a:off x="904567" y="2609237"/>
            <a:ext cx="7433187" cy="18447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3: Triggering ADF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Use Azure Data Factory 1 (ADF1) to trigger ADF2 through a Web Activity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endParaRPr lang="en-IN" sz="2800" dirty="0"/>
          </a:p>
          <a:p>
            <a:r>
              <a:rPr sz="2800" dirty="0"/>
              <a:t>ADF2 handles calling Databricks for data transformation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sz="2800" dirty="0"/>
          </a:p>
          <a:p>
            <a:endParaRPr lang="en-IN" sz="2800" dirty="0"/>
          </a:p>
          <a:p>
            <a:r>
              <a:rPr sz="2800" dirty="0"/>
              <a:t>Key Task: Orchestration of data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32C74-BC50-629C-BE4D-8B30D89D46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84" b="5502"/>
          <a:stretch/>
        </p:blipFill>
        <p:spPr bwMode="auto">
          <a:xfrm>
            <a:off x="909831" y="2447249"/>
            <a:ext cx="7182117" cy="22329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4: Data Transformation in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Databricks processes and transforms the raw CSV data from ADLS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dirty="0"/>
              <a:t>Transformed data is saved as a Parquet file in a separate folder in ADLS</a:t>
            </a:r>
          </a:p>
          <a:p>
            <a:r>
              <a:rPr dirty="0"/>
              <a:t>Flexible, scalable processing using Databricks notebooks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966F8-1B20-32CE-E3AD-C17CBEA943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08" b="4511"/>
          <a:stretch/>
        </p:blipFill>
        <p:spPr bwMode="auto">
          <a:xfrm>
            <a:off x="924232" y="2290916"/>
            <a:ext cx="7521678" cy="22417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Converting Parquet to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Pipeline '</a:t>
            </a:r>
            <a:r>
              <a:rPr dirty="0" err="1"/>
              <a:t>ConvertToCSV</a:t>
            </a:r>
            <a:r>
              <a:rPr dirty="0"/>
              <a:t>' reads Parquet files from ADLS</a:t>
            </a:r>
            <a:endParaRPr lang="en-IN" dirty="0"/>
          </a:p>
          <a:p>
            <a:endParaRPr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dirty="0"/>
              <a:t>Conversion of the transformed data back to CSV format</a:t>
            </a:r>
          </a:p>
          <a:p>
            <a:r>
              <a:rPr dirty="0"/>
              <a:t>The converted CSV file is saved in another folder</a:t>
            </a:r>
            <a:r>
              <a:rPr lang="en-IN" dirty="0"/>
              <a:t>/container(input)</a:t>
            </a:r>
            <a:r>
              <a:rPr dirty="0"/>
              <a:t> within the same ADLS storage account</a:t>
            </a:r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116F3-BCB0-8AAA-7A88-A58F763219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91" b="5219"/>
          <a:stretch/>
        </p:blipFill>
        <p:spPr bwMode="auto">
          <a:xfrm>
            <a:off x="801329" y="2026673"/>
            <a:ext cx="7541342" cy="1955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44C30C-9EEF-09FA-EE62-334544337E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054" b="6401"/>
          <a:stretch/>
        </p:blipFill>
        <p:spPr bwMode="auto">
          <a:xfrm>
            <a:off x="801329" y="5415500"/>
            <a:ext cx="7541342" cy="14424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6: Load CSV Back into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Pipeline '</a:t>
            </a:r>
            <a:r>
              <a:rPr dirty="0" err="1"/>
              <a:t>LoadToSqlServer</a:t>
            </a:r>
            <a:r>
              <a:rPr dirty="0"/>
              <a:t>' takes the CSV file from ADLS</a:t>
            </a:r>
          </a:p>
          <a:p>
            <a:r>
              <a:rPr dirty="0"/>
              <a:t>Loads the CSV into the on-premise SQL Server database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dirty="0"/>
              <a:t>Ensures data is available for operational or analytical 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627A6-2CE1-A62A-3246-9C1461C35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56"/>
          <a:stretch/>
        </p:blipFill>
        <p:spPr bwMode="auto">
          <a:xfrm>
            <a:off x="796413" y="3185652"/>
            <a:ext cx="7364361" cy="19246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Automation of data flow using Azure tools (ADF, Databricks)</a:t>
            </a:r>
          </a:p>
          <a:p>
            <a:r>
              <a:rPr dirty="0"/>
              <a:t>Scalable data processing and transformation in the cloud</a:t>
            </a:r>
          </a:p>
          <a:p>
            <a:r>
              <a:rPr dirty="0"/>
              <a:t>Streamlined end-to-end data pipeline from raw data to SQL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317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Data Ingestion Pipeline</vt:lpstr>
      <vt:lpstr>Data Ingestion Pipeline Overview</vt:lpstr>
      <vt:lpstr>Step 1: Raw CSV Data Extraction</vt:lpstr>
      <vt:lpstr>Step 2: Loading into Azure ADLS Gen2</vt:lpstr>
      <vt:lpstr>Step 3: Triggering ADF Pipelines</vt:lpstr>
      <vt:lpstr>Step 4: Data Transformation in Databricks</vt:lpstr>
      <vt:lpstr>Step 5: Converting Parquet to CSV</vt:lpstr>
      <vt:lpstr>Step 6: Load CSV Back into SQL Server</vt:lpstr>
      <vt:lpstr>Benefits and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Gupta</cp:lastModifiedBy>
  <cp:revision>10</cp:revision>
  <dcterms:created xsi:type="dcterms:W3CDTF">2013-01-27T09:14:16Z</dcterms:created>
  <dcterms:modified xsi:type="dcterms:W3CDTF">2024-10-04T05:59:49Z</dcterms:modified>
  <cp:category/>
</cp:coreProperties>
</file>